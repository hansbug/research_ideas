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与导师讨论：当前进展、现状与一些思考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2026-04-15 / 导师讨论 / 初始骨架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当前整体进展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最近一段时间已经完成了哪些关键工作</a:t>
            </a:r>
          </a:p>
          <a:p>
            <a:pPr/>
            <a:r>
              <a:t>当前有哪些阶段性产物或可回溯材料</a:t>
            </a:r>
          </a:p>
          <a:p>
            <a:pPr/>
            <a:r>
              <a:t>哪些部分已经较稳定，哪些还在推进中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当前情况与主要卡点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现在整体处于什么状态</a:t>
            </a:r>
          </a:p>
          <a:p>
            <a:pPr/>
            <a:r>
              <a:t>最影响推进效率的卡点是什么</a:t>
            </a:r>
          </a:p>
          <a:p>
            <a:pPr/>
            <a:r>
              <a:t>这些问题是认知问题、材料问题还是节奏问题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我的一些思考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我对当前研究主线的理解</a:t>
            </a:r>
          </a:p>
          <a:p>
            <a:pPr/>
            <a:r>
              <a:t>我认为下一阶段应优先推进的方向</a:t>
            </a:r>
          </a:p>
          <a:p>
            <a:pPr/>
            <a:r>
              <a:t>哪些内容可能需要收缩、延后或换一种做法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希望请导师重点反馈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近期最值得优先推进的部分是哪一块</a:t>
            </a:r>
          </a:p>
          <a:p>
            <a:pPr/>
            <a:r>
              <a:t>当前思考中哪些是值得继续展开的，哪些需要收住</a:t>
            </a:r>
          </a:p>
          <a:p>
            <a:pPr/>
            <a:r>
              <a:t>接下来一到两周最建议我交付什么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与导师讨论：当前进展、现状与一些思考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